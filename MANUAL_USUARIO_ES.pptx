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Sistema de Gestión de Ventas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Manual de Usuario y Guía de Operación</a:t>
            </a:r>
          </a:p>
          <a:p>
            <a:r>
              <a:t>Jose Burgueno - Enero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 al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Aplicación web moderna para gestión de ventas e inventario.</a:t>
            </a:r>
          </a:p>
          <a:p>
            <a:r>
              <a:t>- Enfoque en trazabilidad, precisión y facilidad de uso.</a:t>
            </a:r>
          </a:p>
          <a:p>
            <a:r>
              <a:t>- Multilingüe: Soporte completo para Español, Inglés y Chino.</a:t>
            </a:r>
          </a:p>
          <a:p>
            <a:r>
              <a:t>- Principio clave: Cálculo automático de peso y prohibición de entrada libre.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Panel Principal (Dashboard)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creenshot_dashboard_es_176793431029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6002073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73825" y="1371600"/>
            <a:ext cx="2212975" cy="2584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Vista General del Negocio</a:t>
            </a:r>
          </a:p>
          <a:p>
            <a:pPr>
              <a:defRPr sz="1800"/>
            </a:pPr>
            <a:r>
              <a:t>- Resumen de pedidos y ventas del día.</a:t>
            </a:r>
            <a:br/>
            <a:r>
              <a:t>- Estado del stock y alertas críticas.</a:t>
            </a:r>
            <a:br/>
            <a:r>
              <a:t>- Acceso rápido a funciones principales.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Gestión de Ventas: Lista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creenshot_sales_es_176793435059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6002073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2420" y="1371600"/>
            <a:ext cx="2024380" cy="2584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Control de Órdenes</a:t>
            </a:r>
          </a:p>
          <a:p>
            <a:pPr>
              <a:defRPr sz="1800"/>
            </a:pPr>
            <a:r>
              <a:t>- Listado histórico de todas las ventas.</a:t>
            </a:r>
            <a:br/>
            <a:r>
              <a:t>- Filtrado por cliente, fecha y estado.</a:t>
            </a:r>
            <a:br/>
            <a:r>
              <a:t>- Acceso a detalles y anulación de órdenes.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Creación de Nueva Venta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creenshot_new_sale_es_17679343623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6002073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11925" y="1371600"/>
            <a:ext cx="2174875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Operación Ágil y Segura</a:t>
            </a:r>
          </a:p>
          <a:p>
            <a:pPr>
              <a:defRPr sz="1800"/>
            </a:pPr>
            <a:r>
              <a:t>- Selección de cliente y tipo de pago.</a:t>
            </a:r>
            <a:br/>
            <a:r>
              <a:t>- Agregado dinámico de productos.</a:t>
            </a:r>
            <a:br/>
            <a:r>
              <a:t>- Cálculo automático de pesos (Cajas x KG + Extra).</a:t>
            </a:r>
            <a:br/>
            <a:r>
              <a:t>- Validación de crédito en tiempo real.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de Inventario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creenshot_inventory_es_176793437942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6002073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92240" y="1371600"/>
            <a:ext cx="2194560" cy="2584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Visibilidad Total del Stock</a:t>
            </a:r>
          </a:p>
          <a:p>
            <a:pPr>
              <a:defRPr sz="1800"/>
            </a:pPr>
            <a:r>
              <a:t>- Monitoreo de existencias en KG.</a:t>
            </a:r>
            <a:br/>
            <a:r>
              <a:t>- Código de colores para alertas de stock.</a:t>
            </a:r>
            <a:br/>
            <a:r>
              <a:t>- Historial completo de movimientos (entradas/salidas).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Reportes y Estadísticas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creenshot_report_es_176793439829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6002073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73825" y="1371600"/>
            <a:ext cx="2212975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Toma de Decisiones</a:t>
            </a:r>
          </a:p>
          <a:p>
            <a:pPr>
              <a:defRPr sz="1800"/>
            </a:pPr>
            <a:r>
              <a:t>- Gráficos interactivos de ventas diarias.</a:t>
            </a:r>
            <a:br/>
            <a:r>
              <a:t>- Análisis por cliente y por producto.</a:t>
            </a:r>
            <a:br/>
            <a:r>
              <a:t>- Análisis de proporción de producto suelto.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Panel de Administración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creenshot_admin_es_176793442657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6002073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02400" y="1371600"/>
            <a:ext cx="2184400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Configuración del Sistema</a:t>
            </a:r>
          </a:p>
          <a:p>
            <a:pPr>
              <a:defRPr sz="1800"/>
            </a:pPr>
            <a:r>
              <a:t>- Gestión de especificaciones de productos.</a:t>
            </a:r>
            <a:br/>
            <a:r>
              <a:t>- Administración de clientes y permisos de crédito.</a:t>
            </a:r>
            <a:br/>
            <a:r>
              <a:t>- Auditoría completa de todas las acciones.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sistema está diseñado para crecer con su negocio.</a:t>
            </a:r>
          </a:p>
          <a:p/>
          <a:p>
            <a:r>
              <a:t>Para soporte técnico o dudas, contacte al administrador.</a:t>
            </a:r>
          </a:p>
          <a:p/>
          <a:p>
            <a:r>
              <a:t>© 2026 Sistema de Gestión de Ventas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1599</Words>
  <Application>WPS 演示</Application>
  <PresentationFormat>On-screen Show (4:3)</PresentationFormat>
  <Paragraphs>50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Sistema de Gestión de Ventas</vt:lpstr>
      <vt:lpstr>Introducción al Sistema</vt:lpstr>
      <vt:lpstr>Panel Principal (Dashboard)</vt:lpstr>
      <vt:lpstr>Gestión de Ventas: Lista</vt:lpstr>
      <vt:lpstr>Creación de Nueva Venta</vt:lpstr>
      <vt:lpstr>Control de Inventario</vt:lpstr>
      <vt:lpstr>Reportes y Estadísticas</vt:lpstr>
      <vt:lpstr>Panel de Administración</vt:lpstr>
      <vt:lpstr>Gracias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gofo</cp:lastModifiedBy>
  <cp:revision>2</cp:revision>
  <dcterms:created xsi:type="dcterms:W3CDTF">2013-01-27T09:14:00Z</dcterms:created>
  <dcterms:modified xsi:type="dcterms:W3CDTF">2026-01-09T04:57:29Z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4316F91AFF3C4B98A07B9F628361EF88</vt:lpwstr>
  </property>
  <property fmtid="{D5CDD505-2E9C-101B-9397-08002B2CF9AE}" pid="3" name="KSOProductBuildVer">
    <vt:lpwstr>2052-11.8.2.12316</vt:lpwstr>
  </property>
</Properties>
</file>